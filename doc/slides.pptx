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CHRONIC KIDNEY DISEASE (CKD)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Ensemble Classifier — Machine Learning System for CKD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058400" cy="1828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Muhammad Fezan  |  Shaoib Rafiq  |  Umer 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BSCS 6th Semester  |  Based on Rahman et al.,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D8"/>
                </a:solidFill>
                <a:latin typeface="Calibri"/>
              </a:defRPr>
            </a:pPr>
            <a:r>
              <a:t>github.com/H0NEYP0T-466/CKD-Ensemble-Classifier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A"/>
                </a:solidFill>
                <a:latin typeface="Calibri"/>
              </a:defRPr>
            </a:pPr>
            <a:r>
              <a:t>ckd-ensemble-classifier.vercel.app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CKD affects ~10% of global population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Often diagnosed at LATE stages when damage is irreversible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Early detection can prevent progression to kidney failure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Traditional diagnosis requires multiple lab tests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Need: Automated prediction system for early screening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Ensemble ML classifier for CKD prediction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Based on Rahman et al., 2024 methodology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8 classifiers evaluated with 5-fold cross-validation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Deployed as full-stack web application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React frontend + FastAPI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SYSTEM ARCHITECTURE &amp;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16459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React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TypeScript</a:t>
            </a:r>
            <a:br/>
            <a:r>
              <a:t>Prediction Form</a:t>
            </a:r>
            <a:br/>
            <a:r>
              <a:t>Variant Selector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560320" cy="16459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2FF7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REST API</a:t>
            </a:r>
            <a:br/>
            <a:r>
              <a:t>/predict</a:t>
            </a:r>
            <a:br/>
            <a:r>
              <a:t>/health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560320" cy="16459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A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8 Classifiers</a:t>
            </a:r>
            <a:br/>
            <a:r>
              <a:t>RFE Variant</a:t>
            </a:r>
            <a:br/>
            <a:r>
              <a:t>Boruta Variant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371600"/>
            <a:ext cx="2560320" cy="16459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UCI CKD Dataset</a:t>
            </a:r>
            <a:br/>
            <a:r>
              <a:t>400 patients</a:t>
            </a:r>
            <a:br/>
            <a:r>
              <a:t>24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A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18288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1. Load &amp;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CSV, handle '?' missing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840480"/>
            <a:ext cx="18288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4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2. Imputation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3891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MICE (Multiple Imputation by Chained Equations)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3840480"/>
            <a:ext cx="18288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1999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3. Balancing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43891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Borderline-SMOTE for class imbalance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19" y="3840480"/>
            <a:ext cx="18288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59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4. Feature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3891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RFE (12 features) &amp; Boruta (14 features)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840480"/>
            <a:ext cx="18288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5.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891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8 ensemble classifiers, RandomizedSearchCV, 5-fold CV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78440" y="3840480"/>
            <a:ext cx="18288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6988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6. Prediction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438912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Best model selection, API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DATASET &amp;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A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Source: UCI CKD Dataset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Hospital: Apollo Hospitals, Managiri, India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Records: 400 patients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Features: 24 clinical attributes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Target: CKD (1) / Not CKD (0)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sg (specific gravity), al (albumin)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su (sugar), bgr (blood glucose)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sc (serum creatinine), hemo (hemoglobin)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pcv (packed cell volume), rbcc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rbc, htn (hypertension), dm (diabetes)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appet (appetite)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Missing Data: Handled via MICE imputation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Class Imbalance: Fixed with Borderline-SMOTE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A"/>
                </a:solidFill>
                <a:latin typeface="Calibri"/>
              </a:defRPr>
            </a:pPr>
            <a:r>
              <a:t>8 ENSEMBLE CLASSIFIERS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1. Random Forest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2. AdaBoost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3. GBDT (Gradient Boosting)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4. Voting Soft (SVM + KNN)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5. XGBoost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6. LightGBM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7. Stacking (RF + SVM + KNN -&gt; QDA)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8. Bagging (Decision Tree base)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Hyperparameter Tuning: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RandomizedSearchCV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5-Fold Cross-Validation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random_state =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A"/>
                </a:solidFill>
                <a:latin typeface="Calibri"/>
              </a:defRPr>
            </a:pPr>
            <a:r>
              <a:t>Model Performance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All Features (24)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RFE (12 features)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Boruta (14 features)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Best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0972800" cy="301752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221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10972800" cy="301752"/>
          </a:xfrm>
          <a:prstGeom prst="rect">
            <a:avLst/>
          </a:prstGeom>
          <a:solidFill>
            <a:srgbClr val="25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AdaBoost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34640"/>
            <a:ext cx="10972800" cy="301752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862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GBDT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54679"/>
            <a:ext cx="10972800" cy="301752"/>
          </a:xfrm>
          <a:prstGeom prst="rect">
            <a:avLst/>
          </a:prstGeom>
          <a:solidFill>
            <a:srgbClr val="25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1821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Voting Soft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1821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1821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1821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1821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474719"/>
            <a:ext cx="10972800" cy="301752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350215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794760"/>
            <a:ext cx="10972800" cy="301752"/>
          </a:xfrm>
          <a:prstGeom prst="rect">
            <a:avLst/>
          </a:prstGeom>
          <a:solidFill>
            <a:srgbClr val="25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3822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114799"/>
            <a:ext cx="10972800" cy="301752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4142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1422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41422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1422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1422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434839"/>
            <a:ext cx="10972800" cy="301752"/>
          </a:xfrm>
          <a:prstGeom prst="rect">
            <a:avLst/>
          </a:prstGeom>
          <a:solidFill>
            <a:srgbClr val="25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446227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Bagging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44622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44622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4622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Calibri"/>
              </a:defRPr>
            </a:pPr>
            <a:r>
              <a:t>97.5%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44622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AUC=1.0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A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99882" y="4954475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Random Forest, Stacking, and Bagging achieved 100% accuracy on all features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All models achieved 95%+ accuracy across all three variants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RFE (12 features): Voting Soft and Stacking achieved 100% accuracy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Boruta (20 features): Random Forest and Stacking achieved 100% accuracy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All models achieved AUC = 1.0 across all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Successfully replicated Rahman et al., 2024 methodology with 95%+ accuracy across all models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MICE imputation + Borderline-SMOTE effectively handled missing data and class imbalance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Feature selection (RFE: 12 features) achieves comparable performance to full 24 features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Full-stack deployment: React TypeScript frontend + FastAPI backend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 model variants available: All Features, RFE, and Boruta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Web application deployed and accessible at ckd-ensemble-classifier.vercel.app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03520"/>
            <a:ext cx="10972800" cy="109728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github.com/H0NEYP0T-466/CKD-Ensemble-Classifier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60A"/>
                </a:solidFill>
                <a:latin typeface="Calibri"/>
              </a:defRPr>
            </a:pPr>
            <a:r>
              <a:t>ckd-ensemble-classifier.vercel.app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652</Words>
  <Application>Microsoft Office PowerPoint</Application>
  <PresentationFormat>Widescreen</PresentationFormat>
  <Paragraphs>138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honeypot</dc:creator>
  <cp:keywords/>
  <dc:description>generated using python-pptx</dc:description>
  <cp:lastModifiedBy>Muhammad Fezan</cp:lastModifiedBy>
  <cp:revision>2</cp:revision>
  <dcterms:created xsi:type="dcterms:W3CDTF">2013-01-27T09:14:16Z</dcterms:created>
  <dcterms:modified xsi:type="dcterms:W3CDTF">2026-05-30T15:41:26Z</dcterms:modified>
  <cp:category/>
</cp:coreProperties>
</file>